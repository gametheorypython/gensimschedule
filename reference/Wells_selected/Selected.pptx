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0" d="100"/>
          <a:sy n="130" d="100"/>
        </p:scale>
        <p:origin x="99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65C0B-33FA-E556-FDF6-CA2806AB22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81057A-9F8F-1B6F-348B-4644AD60AB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9E4392-459F-9CB5-1F3A-E0A843113E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95354-1804-41FF-AC49-A2D901E8CCCF}" type="datetimeFigureOut">
              <a:rPr lang="en-AE" smtClean="0"/>
              <a:t>07/10/2026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53B909-18A5-9577-E824-9F4FEE23B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49F6AC-769C-935B-BA56-926334A77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8197C-BAB5-4BD2-8B61-DEAFE50F5022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4519171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17423-CCDA-9EA8-3D45-16EC968F1F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C04AF5-CA43-9464-4BAB-C9611C7F04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C9B158-5497-709D-5354-39ACCD284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95354-1804-41FF-AC49-A2D901E8CCCF}" type="datetimeFigureOut">
              <a:rPr lang="en-AE" smtClean="0"/>
              <a:t>07/10/2026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3292D9-7763-D52E-0C60-07761AEB5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9F891F-457C-28F5-A61F-F3CEAB670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8197C-BAB5-4BD2-8B61-DEAFE50F5022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3951031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01AB44-4FFF-88DC-E098-CA9DE03A6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3DDD2C-373D-3CD1-809C-E046A42E5C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6EE377-E6A0-496E-AC19-21FC75FB91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95354-1804-41FF-AC49-A2D901E8CCCF}" type="datetimeFigureOut">
              <a:rPr lang="en-AE" smtClean="0"/>
              <a:t>07/10/2026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056170-110C-A38E-55D9-3BDA823FC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DD835D-E068-A959-8118-B60D4B42D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8197C-BAB5-4BD2-8B61-DEAFE50F5022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9677890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4CFA8-A862-1B20-E43A-9D0962F11C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D51173-24FE-A43A-4CB7-1F3D33B486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2F3BDB-1C15-481E-3EAC-2CEBDC4DB6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7CD8C2-670D-4B8C-FB57-849D98A04D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95354-1804-41FF-AC49-A2D901E8CCCF}" type="datetimeFigureOut">
              <a:rPr lang="en-AE" smtClean="0"/>
              <a:t>07/10/2026</a:t>
            </a:fld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541321-F132-C041-473B-533FC3149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361F04-C3FA-DA18-72F3-F4ED0FB8A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8197C-BAB5-4BD2-8B61-DEAFE50F5022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7740104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62B71-F646-F4CB-B10E-BF91F6C28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35AF48-0870-458E-5C8D-DD04363AB7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DD251E-13F6-C2D2-A84A-457E6A0DC5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2781B80-0468-F7DC-B320-1CF31C84D0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5DF457-19FD-AC76-50F3-6863AE33B3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8045376-8A26-58F5-0751-2F63A1D73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95354-1804-41FF-AC49-A2D901E8CCCF}" type="datetimeFigureOut">
              <a:rPr lang="en-AE" smtClean="0"/>
              <a:t>07/10/2026</a:t>
            </a:fld>
            <a:endParaRPr lang="en-A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E21DCF3-67DF-E0D4-E1FF-E209FFDB1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699178-9D3E-E4ED-035A-E72D7022C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8197C-BAB5-4BD2-8B61-DEAFE50F5022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032356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DD952-BC36-0D89-50F8-BC8021B8D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9E544F-83CA-88F7-9E83-517807B9FA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95354-1804-41FF-AC49-A2D901E8CCCF}" type="datetimeFigureOut">
              <a:rPr lang="en-AE" smtClean="0"/>
              <a:t>07/10/2026</a:t>
            </a:fld>
            <a:endParaRPr lang="en-A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8ACA08-407E-D847-996D-F3B9A5C32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D112A5-87C6-1D5A-98A8-919A98518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8197C-BAB5-4BD2-8B61-DEAFE50F5022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9527896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31460D9-3F16-CC76-861F-760258E991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95354-1804-41FF-AC49-A2D901E8CCCF}" type="datetimeFigureOut">
              <a:rPr lang="en-AE" smtClean="0"/>
              <a:t>07/10/2026</a:t>
            </a:fld>
            <a:endParaRPr lang="en-A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60F167-108E-7CF8-E8B0-4067053CB7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1C6452-17E4-FAE0-13F5-EA99EEF41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8197C-BAB5-4BD2-8B61-DEAFE50F5022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229420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55A451-C6B3-6C9C-2754-889D87358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94BB52-40D4-1900-7342-AC998E6D7E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A7AFC6-8815-4A13-5360-7ABFDD675A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4A52A8-9402-09BD-68DD-18C18D5FB8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95354-1804-41FF-AC49-A2D901E8CCCF}" type="datetimeFigureOut">
              <a:rPr lang="en-AE" smtClean="0"/>
              <a:t>07/10/2026</a:t>
            </a:fld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418231-EC69-E607-0C4C-B4F110113B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FA3EF4-DF5C-BE30-412E-A57BDFD4D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8197C-BAB5-4BD2-8B61-DEAFE50F5022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8185454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1B8C34-F3F2-DA27-416D-41C7ABB50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4890A3-5EB5-1A6C-5799-F556787161A3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6F9DF3-2D85-6E45-B9E0-69D89D902D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662373-478E-1E66-B7FC-06296C14E0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95354-1804-41FF-AC49-A2D901E8CCCF}" type="datetimeFigureOut">
              <a:rPr lang="en-AE" smtClean="0"/>
              <a:t>07/10/2026</a:t>
            </a:fld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ED8F27-A77D-0152-540B-40A18055D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D55166-7143-22C1-DC67-F26C67E20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8197C-BAB5-4BD2-8B61-DEAFE50F5022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334273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207BF-60F6-C89E-60FA-FFF9F72D50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2C8DC9-653F-FF2A-D2E0-1777D7A80E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2AEA86-049E-6A5C-3D4B-88AC6FE75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95354-1804-41FF-AC49-A2D901E8CCCF}" type="datetimeFigureOut">
              <a:rPr lang="en-AE" smtClean="0"/>
              <a:t>07/10/2026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53EF3A-24BA-1A35-F2F9-C97D48CE0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B77E7B-E793-9E5D-F691-B4ABB3B46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8197C-BAB5-4BD2-8B61-DEAFE50F5022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2680137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05D7BAA-82B8-8D05-9391-06D5715FE2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5B646C-6B1E-09A6-C38B-74F6D499D3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BB5624-CE70-D595-E3D3-C153B5336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95354-1804-41FF-AC49-A2D901E8CCCF}" type="datetimeFigureOut">
              <a:rPr lang="en-AE" smtClean="0"/>
              <a:t>07/10/2026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B41FCC-8AED-FFEB-94A3-B7CA5D08A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FE8A18-A4B0-DD0A-35A2-5664BDF6F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8197C-BAB5-4BD2-8B61-DEAFE50F5022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2746779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999C36-1688-3972-160E-D40A72A9B3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B99048-B41A-059F-0DB7-EF52A17DD6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9511CE-8CDF-F729-CFB7-F75E4954A8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C95354-1804-41FF-AC49-A2D901E8CCCF}" type="datetimeFigureOut">
              <a:rPr lang="en-AE" smtClean="0"/>
              <a:t>07/10/2026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0D0AD3-F6DE-50E8-F272-AC2B86650E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B47EB7-7D8D-E55D-3AAF-662A6B0993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98197C-BAB5-4BD2-8B61-DEAFE50F5022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271545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57B9C917-51F2-43F7-BFF0-6F9BEF574F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981" y="0"/>
            <a:ext cx="5873201" cy="6858000"/>
          </a:xfrm>
          <a:prstGeom prst="rect">
            <a:avLst/>
          </a:prstGeom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01BD5C9E-EC56-45CB-E901-F01FDDF6FC05}"/>
              </a:ext>
            </a:extLst>
          </p:cNvPr>
          <p:cNvSpPr/>
          <p:nvPr/>
        </p:nvSpPr>
        <p:spPr>
          <a:xfrm>
            <a:off x="2936147" y="1883328"/>
            <a:ext cx="113252" cy="125835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DCCA72E-42E2-0144-7464-7FB3159D0CA8}"/>
              </a:ext>
            </a:extLst>
          </p:cNvPr>
          <p:cNvSpPr/>
          <p:nvPr/>
        </p:nvSpPr>
        <p:spPr>
          <a:xfrm>
            <a:off x="3331828" y="1883327"/>
            <a:ext cx="113252" cy="125835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02977A4-0FEF-6844-A849-CBB8EB91C272}"/>
              </a:ext>
            </a:extLst>
          </p:cNvPr>
          <p:cNvSpPr txBox="1"/>
          <p:nvPr/>
        </p:nvSpPr>
        <p:spPr>
          <a:xfrm>
            <a:off x="2433669" y="1770599"/>
            <a:ext cx="5662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b="1" dirty="0"/>
              <a:t>P-175</a:t>
            </a:r>
            <a:endParaRPr lang="en-AE" sz="110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18E4B1C-E569-092D-874F-31C03F2F7520}"/>
              </a:ext>
            </a:extLst>
          </p:cNvPr>
          <p:cNvSpPr txBox="1"/>
          <p:nvPr/>
        </p:nvSpPr>
        <p:spPr>
          <a:xfrm>
            <a:off x="3381301" y="1685685"/>
            <a:ext cx="5662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b="1" dirty="0"/>
              <a:t>P-089</a:t>
            </a:r>
            <a:endParaRPr lang="en-AE" sz="1100" b="1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67909C87-D4DF-0D88-E2CD-5C4707FBE017}"/>
              </a:ext>
            </a:extLst>
          </p:cNvPr>
          <p:cNvSpPr/>
          <p:nvPr/>
        </p:nvSpPr>
        <p:spPr>
          <a:xfrm>
            <a:off x="4151157" y="1883326"/>
            <a:ext cx="113252" cy="125835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469327D-132E-22AE-ACBB-309C6A9AF45A}"/>
              </a:ext>
            </a:extLst>
          </p:cNvPr>
          <p:cNvSpPr txBox="1"/>
          <p:nvPr/>
        </p:nvSpPr>
        <p:spPr>
          <a:xfrm>
            <a:off x="3993384" y="1621717"/>
            <a:ext cx="5662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b="1" dirty="0"/>
              <a:t>P-122</a:t>
            </a:r>
            <a:endParaRPr lang="en-AE" sz="1100" b="1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D18E416E-1985-6215-8BF3-F9B017F6C340}"/>
              </a:ext>
            </a:extLst>
          </p:cNvPr>
          <p:cNvSpPr/>
          <p:nvPr/>
        </p:nvSpPr>
        <p:spPr>
          <a:xfrm>
            <a:off x="2999065" y="2853655"/>
            <a:ext cx="113252" cy="125835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DCEB527-1458-80C3-0215-50751347351E}"/>
              </a:ext>
            </a:extLst>
          </p:cNvPr>
          <p:cNvSpPr txBox="1"/>
          <p:nvPr/>
        </p:nvSpPr>
        <p:spPr>
          <a:xfrm>
            <a:off x="2857849" y="2592044"/>
            <a:ext cx="5662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b="1" dirty="0"/>
              <a:t>P-066</a:t>
            </a:r>
            <a:endParaRPr lang="en-AE" sz="1100" b="1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1D669F4D-2FF7-CA5C-546B-EB6B008F2519}"/>
              </a:ext>
            </a:extLst>
          </p:cNvPr>
          <p:cNvSpPr/>
          <p:nvPr/>
        </p:nvSpPr>
        <p:spPr>
          <a:xfrm>
            <a:off x="3837271" y="2872530"/>
            <a:ext cx="113252" cy="125835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E72467D-4CCC-4950-CCCB-CDEA7466C8A6}"/>
              </a:ext>
            </a:extLst>
          </p:cNvPr>
          <p:cNvSpPr txBox="1"/>
          <p:nvPr/>
        </p:nvSpPr>
        <p:spPr>
          <a:xfrm>
            <a:off x="3696055" y="2610919"/>
            <a:ext cx="5662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b="1" dirty="0"/>
              <a:t>P-096</a:t>
            </a:r>
            <a:endParaRPr lang="en-AE" sz="1100" b="1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82330F81-E250-FBDD-01B6-E73CB4EDEBC9}"/>
              </a:ext>
            </a:extLst>
          </p:cNvPr>
          <p:cNvSpPr/>
          <p:nvPr/>
        </p:nvSpPr>
        <p:spPr>
          <a:xfrm>
            <a:off x="4396066" y="2853655"/>
            <a:ext cx="113252" cy="125835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3D073C5-4A0E-1457-4166-4B1230EA053C}"/>
              </a:ext>
            </a:extLst>
          </p:cNvPr>
          <p:cNvSpPr txBox="1"/>
          <p:nvPr/>
        </p:nvSpPr>
        <p:spPr>
          <a:xfrm>
            <a:off x="4254850" y="2592044"/>
            <a:ext cx="5662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b="1" dirty="0"/>
              <a:t>P-047</a:t>
            </a:r>
            <a:endParaRPr lang="en-AE" sz="1100" b="1" dirty="0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F8EABFD7-E671-6C97-9CAD-464FA5123A19}"/>
              </a:ext>
            </a:extLst>
          </p:cNvPr>
          <p:cNvSpPr/>
          <p:nvPr/>
        </p:nvSpPr>
        <p:spPr>
          <a:xfrm>
            <a:off x="3161951" y="3834466"/>
            <a:ext cx="113252" cy="125835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886F2E2-6FC5-B8DD-9BB0-CD35602300CD}"/>
              </a:ext>
            </a:extLst>
          </p:cNvPr>
          <p:cNvSpPr txBox="1"/>
          <p:nvPr/>
        </p:nvSpPr>
        <p:spPr>
          <a:xfrm>
            <a:off x="3020735" y="3572855"/>
            <a:ext cx="5662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b="1" dirty="0"/>
              <a:t>P-105</a:t>
            </a:r>
            <a:endParaRPr lang="en-AE" sz="1100" b="1" dirty="0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8B5BE7AB-FDAA-AEF0-0F07-38D6EC5A0EC4}"/>
              </a:ext>
            </a:extLst>
          </p:cNvPr>
          <p:cNvSpPr/>
          <p:nvPr/>
        </p:nvSpPr>
        <p:spPr>
          <a:xfrm>
            <a:off x="3639429" y="3834466"/>
            <a:ext cx="113252" cy="125835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7D871A0-DF98-3A39-0F61-662B775F553F}"/>
              </a:ext>
            </a:extLst>
          </p:cNvPr>
          <p:cNvSpPr txBox="1"/>
          <p:nvPr/>
        </p:nvSpPr>
        <p:spPr>
          <a:xfrm>
            <a:off x="3498213" y="3572855"/>
            <a:ext cx="5662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b="1" dirty="0"/>
              <a:t>P-026</a:t>
            </a:r>
            <a:endParaRPr lang="en-AE" sz="1100" b="1" dirty="0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EF0176FD-C719-3D29-1A04-B1C52E1CBCEF}"/>
              </a:ext>
            </a:extLst>
          </p:cNvPr>
          <p:cNvSpPr/>
          <p:nvPr/>
        </p:nvSpPr>
        <p:spPr>
          <a:xfrm>
            <a:off x="4636544" y="3865929"/>
            <a:ext cx="113252" cy="125835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3D8ADF8-E4E8-9FBC-9BD2-06CD663407C3}"/>
              </a:ext>
            </a:extLst>
          </p:cNvPr>
          <p:cNvSpPr txBox="1"/>
          <p:nvPr/>
        </p:nvSpPr>
        <p:spPr>
          <a:xfrm>
            <a:off x="4495328" y="3604318"/>
            <a:ext cx="5662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b="1" dirty="0"/>
              <a:t>P-185</a:t>
            </a:r>
            <a:endParaRPr lang="en-AE" sz="1100" b="1" dirty="0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5838BFC2-E378-DA8E-952E-4F04737C6539}"/>
              </a:ext>
            </a:extLst>
          </p:cNvPr>
          <p:cNvSpPr/>
          <p:nvPr/>
        </p:nvSpPr>
        <p:spPr>
          <a:xfrm>
            <a:off x="2999065" y="4848839"/>
            <a:ext cx="113252" cy="125835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A1006A3-3BA2-6BD5-3A5D-8DFBE71AE5A4}"/>
              </a:ext>
            </a:extLst>
          </p:cNvPr>
          <p:cNvSpPr txBox="1"/>
          <p:nvPr/>
        </p:nvSpPr>
        <p:spPr>
          <a:xfrm>
            <a:off x="2857849" y="4587228"/>
            <a:ext cx="5662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b="1" dirty="0"/>
              <a:t>P-266</a:t>
            </a:r>
            <a:endParaRPr lang="en-AE" sz="1100" b="1" dirty="0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37505864-E993-F2A7-B527-37CE55D8F01E}"/>
              </a:ext>
            </a:extLst>
          </p:cNvPr>
          <p:cNvSpPr/>
          <p:nvPr/>
        </p:nvSpPr>
        <p:spPr>
          <a:xfrm>
            <a:off x="3811405" y="4840450"/>
            <a:ext cx="113252" cy="125835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C6B82DF-9265-5F73-B9F4-3A2BEB986614}"/>
              </a:ext>
            </a:extLst>
          </p:cNvPr>
          <p:cNvSpPr txBox="1"/>
          <p:nvPr/>
        </p:nvSpPr>
        <p:spPr>
          <a:xfrm>
            <a:off x="3670189" y="4578839"/>
            <a:ext cx="5662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b="1" dirty="0"/>
              <a:t>P-229</a:t>
            </a:r>
            <a:endParaRPr lang="en-AE" sz="1100" b="1" dirty="0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E443F3E9-1CC7-25A5-7ED1-6181F31B8CA5}"/>
              </a:ext>
            </a:extLst>
          </p:cNvPr>
          <p:cNvSpPr/>
          <p:nvPr/>
        </p:nvSpPr>
        <p:spPr>
          <a:xfrm>
            <a:off x="4396066" y="4840450"/>
            <a:ext cx="113252" cy="125835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BE1BEAC-633A-5FD0-6B64-C863C961A662}"/>
              </a:ext>
            </a:extLst>
          </p:cNvPr>
          <p:cNvSpPr txBox="1"/>
          <p:nvPr/>
        </p:nvSpPr>
        <p:spPr>
          <a:xfrm>
            <a:off x="4254850" y="4578839"/>
            <a:ext cx="5662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b="1" dirty="0"/>
              <a:t>P-292</a:t>
            </a:r>
            <a:endParaRPr lang="en-AE" sz="1100" b="1" dirty="0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71B38E65-B5EF-69E7-0E34-DE7E544DD040}"/>
              </a:ext>
            </a:extLst>
          </p:cNvPr>
          <p:cNvSpPr/>
          <p:nvPr/>
        </p:nvSpPr>
        <p:spPr>
          <a:xfrm>
            <a:off x="4791750" y="4840449"/>
            <a:ext cx="113252" cy="125835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C47C327-C10B-0CD9-5D33-6CBD5641DEEF}"/>
              </a:ext>
            </a:extLst>
          </p:cNvPr>
          <p:cNvSpPr txBox="1"/>
          <p:nvPr/>
        </p:nvSpPr>
        <p:spPr>
          <a:xfrm>
            <a:off x="4650534" y="4578838"/>
            <a:ext cx="5662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b="1" dirty="0"/>
              <a:t>P-255</a:t>
            </a:r>
            <a:endParaRPr lang="en-AE" sz="1100" b="1" dirty="0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2912839C-084B-E9EA-0252-E507F0C3F0FD}"/>
              </a:ext>
            </a:extLst>
          </p:cNvPr>
          <p:cNvSpPr/>
          <p:nvPr/>
        </p:nvSpPr>
        <p:spPr>
          <a:xfrm>
            <a:off x="3087848" y="5773022"/>
            <a:ext cx="113252" cy="125835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02DC40E-3ECB-9F86-5869-E4A61D7C37DD}"/>
              </a:ext>
            </a:extLst>
          </p:cNvPr>
          <p:cNvSpPr txBox="1"/>
          <p:nvPr/>
        </p:nvSpPr>
        <p:spPr>
          <a:xfrm>
            <a:off x="2709168" y="5511411"/>
            <a:ext cx="8037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b="1" dirty="0"/>
              <a:t>P-RN-323</a:t>
            </a:r>
            <a:endParaRPr lang="en-AE" sz="1100" b="1" dirty="0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F532CA76-3D48-C750-C35E-E6B5090F6FA7}"/>
              </a:ext>
            </a:extLst>
          </p:cNvPr>
          <p:cNvSpPr/>
          <p:nvPr/>
        </p:nvSpPr>
        <p:spPr>
          <a:xfrm>
            <a:off x="4446389" y="5773021"/>
            <a:ext cx="113252" cy="125835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D0E36A5-39F7-449B-AE15-96D19E806209}"/>
              </a:ext>
            </a:extLst>
          </p:cNvPr>
          <p:cNvSpPr txBox="1"/>
          <p:nvPr/>
        </p:nvSpPr>
        <p:spPr>
          <a:xfrm>
            <a:off x="4305173" y="5511410"/>
            <a:ext cx="8037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b="1" dirty="0"/>
              <a:t>P-RN-500</a:t>
            </a:r>
            <a:endParaRPr lang="en-AE" sz="1100" b="1" dirty="0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B67AF552-AACC-7F5E-4933-CE4C2F2395B8}"/>
              </a:ext>
            </a:extLst>
          </p:cNvPr>
          <p:cNvSpPr/>
          <p:nvPr/>
        </p:nvSpPr>
        <p:spPr>
          <a:xfrm>
            <a:off x="3582803" y="5773020"/>
            <a:ext cx="113252" cy="125835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B7A95FF-5C7A-70CE-310C-95B17195E0FA}"/>
              </a:ext>
            </a:extLst>
          </p:cNvPr>
          <p:cNvSpPr txBox="1"/>
          <p:nvPr/>
        </p:nvSpPr>
        <p:spPr>
          <a:xfrm>
            <a:off x="3441587" y="5511409"/>
            <a:ext cx="79485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b="1" dirty="0"/>
              <a:t>P-RN</a:t>
            </a:r>
            <a:r>
              <a:rPr lang="en-AE" altLang="zh-CN" sz="1100" b="1" dirty="0"/>
              <a:t>-300</a:t>
            </a:r>
            <a:endParaRPr lang="en-US" altLang="zh-CN" sz="1100" b="1" dirty="0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16D764B0-8EBA-0A40-D6B5-0779582EF6EE}"/>
              </a:ext>
            </a:extLst>
          </p:cNvPr>
          <p:cNvSpPr/>
          <p:nvPr/>
        </p:nvSpPr>
        <p:spPr>
          <a:xfrm>
            <a:off x="4307649" y="3026032"/>
            <a:ext cx="113252" cy="125835"/>
          </a:xfrm>
          <a:prstGeom prst="ellipse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>
              <a:solidFill>
                <a:srgbClr val="0000FF"/>
              </a:solidFill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F7092FF6-B48F-BAF5-887B-18BBF68AAA12}"/>
              </a:ext>
            </a:extLst>
          </p:cNvPr>
          <p:cNvSpPr txBox="1"/>
          <p:nvPr/>
        </p:nvSpPr>
        <p:spPr>
          <a:xfrm>
            <a:off x="4376848" y="3003729"/>
            <a:ext cx="5662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b="1" dirty="0"/>
              <a:t>I-063</a:t>
            </a:r>
            <a:endParaRPr lang="en-AE" sz="1100" b="1" dirty="0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59D5F383-D98A-A04D-3C41-755F8BBA7FD8}"/>
              </a:ext>
            </a:extLst>
          </p:cNvPr>
          <p:cNvSpPr/>
          <p:nvPr/>
        </p:nvSpPr>
        <p:spPr>
          <a:xfrm>
            <a:off x="4229330" y="3665448"/>
            <a:ext cx="113252" cy="125835"/>
          </a:xfrm>
          <a:prstGeom prst="ellipse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>
              <a:solidFill>
                <a:srgbClr val="0000FF"/>
              </a:solidFill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CD92E6F4-1F73-8CFD-AC68-1876351B6F63}"/>
              </a:ext>
            </a:extLst>
          </p:cNvPr>
          <p:cNvSpPr txBox="1"/>
          <p:nvPr/>
        </p:nvSpPr>
        <p:spPr>
          <a:xfrm>
            <a:off x="4077161" y="3454826"/>
            <a:ext cx="5662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b="1" dirty="0"/>
              <a:t>I-078</a:t>
            </a:r>
            <a:endParaRPr lang="en-AE" sz="1100" b="1" dirty="0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49702855-6A32-79E8-A9FA-86D790744E2E}"/>
              </a:ext>
            </a:extLst>
          </p:cNvPr>
          <p:cNvSpPr/>
          <p:nvPr/>
        </p:nvSpPr>
        <p:spPr>
          <a:xfrm>
            <a:off x="4574036" y="2353736"/>
            <a:ext cx="113252" cy="125835"/>
          </a:xfrm>
          <a:prstGeom prst="ellipse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>
              <a:solidFill>
                <a:srgbClr val="0000FF"/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B2DF1A1A-7F56-8F23-7F1B-6FCEE4907968}"/>
              </a:ext>
            </a:extLst>
          </p:cNvPr>
          <p:cNvSpPr txBox="1"/>
          <p:nvPr/>
        </p:nvSpPr>
        <p:spPr>
          <a:xfrm>
            <a:off x="4643235" y="2331433"/>
            <a:ext cx="5662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b="1" dirty="0"/>
              <a:t>I-180</a:t>
            </a:r>
            <a:endParaRPr lang="en-AE" sz="1100" b="1" dirty="0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99686057-8067-3C76-522B-994155AE92AF}"/>
              </a:ext>
            </a:extLst>
          </p:cNvPr>
          <p:cNvSpPr/>
          <p:nvPr/>
        </p:nvSpPr>
        <p:spPr>
          <a:xfrm>
            <a:off x="3979410" y="4974674"/>
            <a:ext cx="113252" cy="125835"/>
          </a:xfrm>
          <a:prstGeom prst="ellipse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>
              <a:solidFill>
                <a:srgbClr val="0000FF"/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1276FC91-73CC-4479-3BCA-21B837071DBF}"/>
              </a:ext>
            </a:extLst>
          </p:cNvPr>
          <p:cNvSpPr txBox="1"/>
          <p:nvPr/>
        </p:nvSpPr>
        <p:spPr>
          <a:xfrm>
            <a:off x="4028827" y="4959685"/>
            <a:ext cx="5662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b="1" dirty="0"/>
              <a:t>I-264</a:t>
            </a:r>
            <a:endParaRPr lang="en-AE" sz="1100" b="1" dirty="0"/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0545F96C-0F76-FC50-D88B-7503A9FBC81C}"/>
              </a:ext>
            </a:extLst>
          </p:cNvPr>
          <p:cNvSpPr/>
          <p:nvPr/>
        </p:nvSpPr>
        <p:spPr>
          <a:xfrm>
            <a:off x="2934714" y="3370494"/>
            <a:ext cx="113252" cy="125835"/>
          </a:xfrm>
          <a:prstGeom prst="ellipse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>
              <a:solidFill>
                <a:srgbClr val="0000FF"/>
              </a:solidFill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5939AB3C-3464-1429-2DDD-BDEB09FCD34B}"/>
              </a:ext>
            </a:extLst>
          </p:cNvPr>
          <p:cNvSpPr txBox="1"/>
          <p:nvPr/>
        </p:nvSpPr>
        <p:spPr>
          <a:xfrm>
            <a:off x="2982691" y="3220872"/>
            <a:ext cx="5662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b="1" dirty="0"/>
              <a:t>I-176</a:t>
            </a:r>
            <a:endParaRPr lang="en-AE" sz="1100" b="1" dirty="0"/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20BDA004-F682-DEF6-0B43-11D9F1ECA759}"/>
              </a:ext>
            </a:extLst>
          </p:cNvPr>
          <p:cNvSpPr/>
          <p:nvPr/>
        </p:nvSpPr>
        <p:spPr>
          <a:xfrm>
            <a:off x="3503454" y="3015147"/>
            <a:ext cx="113252" cy="125835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D7B47E94-4298-1518-2129-AB45E2C97EB1}"/>
              </a:ext>
            </a:extLst>
          </p:cNvPr>
          <p:cNvSpPr txBox="1"/>
          <p:nvPr/>
        </p:nvSpPr>
        <p:spPr>
          <a:xfrm>
            <a:off x="3105325" y="2847628"/>
            <a:ext cx="5662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b="1" dirty="0"/>
              <a:t>P-446</a:t>
            </a:r>
            <a:endParaRPr lang="en-AE" sz="1100" b="1" dirty="0"/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AA4F1C0C-F5E3-DAEE-6097-0973B3BC1C21}"/>
              </a:ext>
            </a:extLst>
          </p:cNvPr>
          <p:cNvSpPr/>
          <p:nvPr/>
        </p:nvSpPr>
        <p:spPr>
          <a:xfrm>
            <a:off x="3188436" y="1723291"/>
            <a:ext cx="113252" cy="125835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D31A5B85-6CE4-2B78-BFBD-C76780003EEB}"/>
              </a:ext>
            </a:extLst>
          </p:cNvPr>
          <p:cNvSpPr txBox="1"/>
          <p:nvPr/>
        </p:nvSpPr>
        <p:spPr>
          <a:xfrm>
            <a:off x="2790307" y="1555772"/>
            <a:ext cx="5662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b="1" dirty="0"/>
              <a:t>P-443</a:t>
            </a:r>
            <a:endParaRPr lang="en-AE" sz="1100" b="1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A2A6DC7D-FF4E-A622-6ADB-A5374BE29B24}"/>
              </a:ext>
            </a:extLst>
          </p:cNvPr>
          <p:cNvSpPr/>
          <p:nvPr/>
        </p:nvSpPr>
        <p:spPr>
          <a:xfrm>
            <a:off x="4529983" y="410902"/>
            <a:ext cx="113252" cy="125835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8843DA-1C71-A8B9-112F-FEF47AD89261}"/>
              </a:ext>
            </a:extLst>
          </p:cNvPr>
          <p:cNvSpPr txBox="1"/>
          <p:nvPr/>
        </p:nvSpPr>
        <p:spPr>
          <a:xfrm>
            <a:off x="4749796" y="345638"/>
            <a:ext cx="89599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b="1" dirty="0"/>
              <a:t>Producer</a:t>
            </a:r>
            <a:endParaRPr lang="en-AE" sz="1100" b="1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A110437-1C6A-2007-2042-AFEBD40441BE}"/>
              </a:ext>
            </a:extLst>
          </p:cNvPr>
          <p:cNvSpPr/>
          <p:nvPr/>
        </p:nvSpPr>
        <p:spPr>
          <a:xfrm>
            <a:off x="4541681" y="660683"/>
            <a:ext cx="113252" cy="125835"/>
          </a:xfrm>
          <a:prstGeom prst="ellipse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2FF866A-CB21-97FE-72FC-57F9F88BB108}"/>
              </a:ext>
            </a:extLst>
          </p:cNvPr>
          <p:cNvSpPr txBox="1"/>
          <p:nvPr/>
        </p:nvSpPr>
        <p:spPr>
          <a:xfrm>
            <a:off x="4761494" y="595419"/>
            <a:ext cx="89599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b="1" dirty="0"/>
              <a:t>Injector</a:t>
            </a:r>
            <a:endParaRPr lang="en-AE" sz="1100" b="1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F0061DB5-AE78-5260-1560-286C2C4D1B40}"/>
              </a:ext>
            </a:extLst>
          </p:cNvPr>
          <p:cNvSpPr/>
          <p:nvPr/>
        </p:nvSpPr>
        <p:spPr>
          <a:xfrm>
            <a:off x="4547799" y="928276"/>
            <a:ext cx="113252" cy="125835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C71B2D5-0388-73D3-45B4-B68E595D9411}"/>
              </a:ext>
            </a:extLst>
          </p:cNvPr>
          <p:cNvSpPr txBox="1"/>
          <p:nvPr/>
        </p:nvSpPr>
        <p:spPr>
          <a:xfrm>
            <a:off x="4749796" y="846552"/>
            <a:ext cx="89599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b="1" dirty="0"/>
              <a:t>Horizontal producer</a:t>
            </a:r>
            <a:endParaRPr lang="en-AE" sz="1100" b="1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25417ED-A73C-A754-C1BD-450B211F0986}"/>
              </a:ext>
            </a:extLst>
          </p:cNvPr>
          <p:cNvSpPr/>
          <p:nvPr/>
        </p:nvSpPr>
        <p:spPr>
          <a:xfrm>
            <a:off x="3672193" y="3186548"/>
            <a:ext cx="113252" cy="125835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AB57A4F-4C7E-F25F-3516-B8CBED718F59}"/>
              </a:ext>
            </a:extLst>
          </p:cNvPr>
          <p:cNvSpPr txBox="1"/>
          <p:nvPr/>
        </p:nvSpPr>
        <p:spPr>
          <a:xfrm>
            <a:off x="3692144" y="3198967"/>
            <a:ext cx="5662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b="1" dirty="0"/>
              <a:t>P-481</a:t>
            </a:r>
            <a:endParaRPr lang="en-AE" sz="1100" b="1" dirty="0"/>
          </a:p>
        </p:txBody>
      </p:sp>
    </p:spTree>
    <p:extLst>
      <p:ext uri="{BB962C8B-B14F-4D97-AF65-F5344CB8AC3E}">
        <p14:creationId xmlns:p14="http://schemas.microsoft.com/office/powerpoint/2010/main" val="24237003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28255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458</TotalTime>
  <Words>29</Words>
  <Application>Microsoft Office PowerPoint</Application>
  <PresentationFormat>Widescreen</PresentationFormat>
  <Paragraphs>27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Qiaoyu Ge</dc:creator>
  <cp:lastModifiedBy>Qiaoyu Ge</cp:lastModifiedBy>
  <cp:revision>9</cp:revision>
  <dcterms:created xsi:type="dcterms:W3CDTF">2026-10-06T04:26:34Z</dcterms:created>
  <dcterms:modified xsi:type="dcterms:W3CDTF">2026-10-07T04:16:09Z</dcterms:modified>
</cp:coreProperties>
</file>